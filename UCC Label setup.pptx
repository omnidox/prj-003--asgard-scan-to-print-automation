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1" r:id="rId9"/>
    <p:sldId id="270" r:id="rId10"/>
    <p:sldId id="272" r:id="rId11"/>
    <p:sldId id="273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216" autoAdjust="0"/>
  </p:normalViewPr>
  <p:slideViewPr>
    <p:cSldViewPr snapToGrid="0">
      <p:cViewPr varScale="1">
        <p:scale>
          <a:sx n="70" d="100"/>
          <a:sy n="70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9C3D-34A0-D130-F6E6-1C3CC3BA4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6DD88-EA3B-0825-4966-CC12563B3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51C97-41B8-810C-E2B0-B676E1C5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3553-2024-6AF0-83F8-996CAF5B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58CBF-56A5-6288-3F44-14DCC5FF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9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D95-54A5-0C61-14DA-8F2B3884E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E0570-6220-721A-57E2-82839BD0B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E151C-2EC8-8C22-3DF6-F4DD7BCB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F3F93-D7B4-AE13-3EDB-597A0E42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5DE3-F5BF-85AF-9BAA-75134B49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0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C116-798E-BAE3-3DE9-BA3A8A20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9A804-C5A5-BBE5-A492-06D642714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34DC6-703B-2A75-06A5-57456D37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608F-1E67-42FE-C19E-6DD1C21C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EBB43-3A98-1FEA-C90D-D1385EFF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1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FFC1-28B6-A61C-BB6E-D0676AD4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3E7CD-FC01-0C8D-049A-82A11CD7D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C9BC6-1CE6-6336-C1AA-C13ED030E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8072D-F468-D8BE-BDA6-621E0D07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17DEF-3AFA-F553-3270-B0E5D4DD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57D19-B43A-192B-BD6A-51A6C1A2F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6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0BDB-F873-D3D0-A026-4DFCE503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8E3D8-2F76-F31A-2BBD-F571971C9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52ECF-FF56-1C17-20DF-3DA6C8DCA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B6629-3437-CB23-6260-78206299E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59C8BA-AD6D-624D-B54A-9B00186EC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23EF9-4B38-BAFD-B060-B1C7FE44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8BFDA-D226-C32E-3E77-3E326067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06220-CCE2-1DD5-BA99-077E5366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5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44CDA-C643-94F4-9C0C-D40DF6B1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BBAA3E-795E-3162-CE01-4B6A39D7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052F5-3648-EB4A-1E9D-E12DD24C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72895-7BD3-AB66-01A1-DE337D8F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9F0112-B621-BFD2-713D-162358B7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D6465-4B5B-AFF1-5A62-E66267BA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3D44E-1D49-3F47-D42D-14EC4864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4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6EC3-6CB1-4375-557C-EA106245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B6985-C69F-B42A-0904-982DD3626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4F53F-B4D2-9AD6-910A-31D982D93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D4588-0845-3A19-DFD6-009AEDD9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208A0-CDAE-17B3-0790-9ED5011F9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EA377-934A-02C7-AF3E-54968FE8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4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A50CE-45E8-5420-B252-C7A09BCD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23875-1BAE-5147-D39B-89F08B7C5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3B526-AF95-E426-ED1D-7E5787326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AB9BF-D9C5-885F-D983-888A47CD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4FE18-E013-BE0C-47DC-B4F55C1C1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E647A-AE5B-5C37-3CE5-45306516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5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11DF2-0D57-4769-E474-AB535C2A5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5257E-0717-ACEA-C571-B16244C0B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3DF21-72C5-1A36-CEC4-F6C8E304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F9497-FDD0-E734-BB3D-54F07634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47D07-14EE-DFEA-A81E-0C7B8D2C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7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46F42-F068-1E8C-55BB-5D5F8B47D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C0664-066A-497B-7B88-F6E89E5B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C118A-F386-43BE-BE0D-23CBAB0A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6C54C-D70B-B0F0-CC00-BE8F478B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B7D11-92B6-62CD-FF27-F09A49F9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6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8455D-1A0D-70A4-DFE4-8622ACAF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FD910-1AEE-6FC9-6933-14EDBB02C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4F0A-933E-9793-37C7-61B570C8D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64358-9D69-4732-AFF4-4E63BCCBA7F9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2B374-7BF5-754F-9263-4A08DA792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10A60-A0C0-F72B-22B4-B2F950C24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B3BBF-D6EB-4D1E-BBF7-C3E3BDFA0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6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BD3A-A801-E57D-A419-39BE3992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87D51E-7F3A-3161-0538-4E0D9146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409" y="3790950"/>
            <a:ext cx="8458200" cy="3067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1E4254-FA3B-F8F0-5C29-A71070A3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75" y="0"/>
            <a:ext cx="5153025" cy="4019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3F95C4-205E-11F7-4CE9-1E0EA4EDB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 new label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15261-9465-705A-16BF-99300614A7E2}"/>
              </a:ext>
            </a:extLst>
          </p:cNvPr>
          <p:cNvSpPr txBox="1"/>
          <p:nvPr/>
        </p:nvSpPr>
        <p:spPr>
          <a:xfrm>
            <a:off x="4712703" y="248876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Set up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A54479-1A1C-4305-E9FC-611B61F03CAE}"/>
              </a:ext>
            </a:extLst>
          </p:cNvPr>
          <p:cNvCxnSpPr>
            <a:cxnSpLocks/>
          </p:cNvCxnSpPr>
          <p:nvPr/>
        </p:nvCxnSpPr>
        <p:spPr>
          <a:xfrm>
            <a:off x="6250104" y="433542"/>
            <a:ext cx="1750896" cy="283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A61A6B-0E0E-2855-0C7C-58F8243DA3CA}"/>
              </a:ext>
            </a:extLst>
          </p:cNvPr>
          <p:cNvSpPr txBox="1"/>
          <p:nvPr/>
        </p:nvSpPr>
        <p:spPr>
          <a:xfrm>
            <a:off x="3187283" y="2225404"/>
            <a:ext cx="2348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Add Model Number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CA3A38-829D-E8A0-E002-F7E2D916788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4361643" y="2594736"/>
            <a:ext cx="660342" cy="2320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305E678-9044-203E-8D42-F4A64653A266}"/>
              </a:ext>
            </a:extLst>
          </p:cNvPr>
          <p:cNvSpPr/>
          <p:nvPr/>
        </p:nvSpPr>
        <p:spPr>
          <a:xfrm>
            <a:off x="8001000" y="572832"/>
            <a:ext cx="266700" cy="28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B62715-EF5E-8729-0E28-04AEB69E6654}"/>
              </a:ext>
            </a:extLst>
          </p:cNvPr>
          <p:cNvSpPr/>
          <p:nvPr/>
        </p:nvSpPr>
        <p:spPr>
          <a:xfrm>
            <a:off x="4727530" y="4914901"/>
            <a:ext cx="240987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C04D9-B960-E461-F470-BC1E32FDFE13}"/>
              </a:ext>
            </a:extLst>
          </p:cNvPr>
          <p:cNvSpPr txBox="1"/>
          <p:nvPr/>
        </p:nvSpPr>
        <p:spPr>
          <a:xfrm>
            <a:off x="287391" y="5012834"/>
            <a:ext cx="31958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Add Shipments in “Screen”, Packages in “Based on View”, and 4x6 in “Format”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9355AF-9876-3292-8BC0-E1C80CE0FAD4}"/>
              </a:ext>
            </a:extLst>
          </p:cNvPr>
          <p:cNvSpPr/>
          <p:nvPr/>
        </p:nvSpPr>
        <p:spPr>
          <a:xfrm>
            <a:off x="7470730" y="5408076"/>
            <a:ext cx="240987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DBD216-04D3-EAB2-F15E-D43D11DF84D4}"/>
              </a:ext>
            </a:extLst>
          </p:cNvPr>
          <p:cNvSpPr/>
          <p:nvPr/>
        </p:nvSpPr>
        <p:spPr>
          <a:xfrm>
            <a:off x="3686130" y="5665250"/>
            <a:ext cx="3451270" cy="759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D14885-825E-A75E-FB4A-4E30DACC9915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483202" y="5474499"/>
            <a:ext cx="3987528" cy="49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94280B-A870-CD95-6785-2B05A6F470F4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483202" y="5474499"/>
            <a:ext cx="175941" cy="6366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7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C39D-B8F7-BAE2-C609-A6C262BF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A1CFE-691D-0203-3C96-AB468E87C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26088"/>
            <a:ext cx="7162800" cy="3257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1E5286-AA9C-C965-85FF-D06AFA07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 up boxes/lines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CBDE5-D0D5-1198-DCE9-182B16325BD8}"/>
              </a:ext>
            </a:extLst>
          </p:cNvPr>
          <p:cNvSpPr txBox="1"/>
          <p:nvPr/>
        </p:nvSpPr>
        <p:spPr>
          <a:xfrm>
            <a:off x="2447093" y="270747"/>
            <a:ext cx="3277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In graphics, set up the boxes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325405-55E0-FAEE-F8D7-D0DD48E61E9D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053004" y="557121"/>
            <a:ext cx="3176152" cy="1017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51DF306-49F6-092E-C1F4-894F9444EF4D}"/>
              </a:ext>
            </a:extLst>
          </p:cNvPr>
          <p:cNvSpPr txBox="1"/>
          <p:nvPr/>
        </p:nvSpPr>
        <p:spPr>
          <a:xfrm>
            <a:off x="146344" y="5484981"/>
            <a:ext cx="709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Change the parameters based on what parameters are being added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E97A6A-34C5-D268-A472-CE2459F29BD5}"/>
              </a:ext>
            </a:extLst>
          </p:cNvPr>
          <p:cNvCxnSpPr>
            <a:cxnSpLocks/>
            <a:stCxn id="23" idx="3"/>
          </p:cNvCxnSpPr>
          <p:nvPr/>
        </p:nvCxnSpPr>
        <p:spPr>
          <a:xfrm flipH="1" flipV="1">
            <a:off x="7124700" y="4783638"/>
            <a:ext cx="111918" cy="886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BF09B51-9305-394B-0630-1D30F1F95214}"/>
              </a:ext>
            </a:extLst>
          </p:cNvPr>
          <p:cNvSpPr/>
          <p:nvPr/>
        </p:nvSpPr>
        <p:spPr>
          <a:xfrm>
            <a:off x="6756400" y="1574800"/>
            <a:ext cx="945511" cy="25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23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251F-738C-E561-52BD-43DEB03D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EE5DA5-F2A0-D370-6751-FE66A8554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870" y="270747"/>
            <a:ext cx="725805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E6D0BE-BDB7-B2B2-558B-5EA76BA2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 up details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3BD78-B9A8-0031-2C08-BDD9AA82490B}"/>
              </a:ext>
            </a:extLst>
          </p:cNvPr>
          <p:cNvSpPr txBox="1"/>
          <p:nvPr/>
        </p:nvSpPr>
        <p:spPr>
          <a:xfrm>
            <a:off x="55967" y="187788"/>
            <a:ext cx="423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In Expressions, set up the fields from the other screens.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0A47F6-D20D-DDCD-F7D2-C3CC43FC2137}"/>
              </a:ext>
            </a:extLst>
          </p:cNvPr>
          <p:cNvCxnSpPr>
            <a:cxnSpLocks/>
          </p:cNvCxnSpPr>
          <p:nvPr/>
        </p:nvCxnSpPr>
        <p:spPr>
          <a:xfrm>
            <a:off x="2018699" y="1087852"/>
            <a:ext cx="2275171" cy="7663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F5EA83-8628-2AD0-2BDF-8AF70677ACAA}"/>
              </a:ext>
            </a:extLst>
          </p:cNvPr>
          <p:cNvSpPr txBox="1"/>
          <p:nvPr/>
        </p:nvSpPr>
        <p:spPr>
          <a:xfrm>
            <a:off x="444500" y="5484979"/>
            <a:ext cx="7143456" cy="646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Order things in the list of the details based on Left – Downward, separated by box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D15D42-440E-DCF0-365E-E84A39B46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956" y="4302125"/>
            <a:ext cx="4457700" cy="39433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C10CAB-690B-D41A-6062-947E491AA258}"/>
              </a:ext>
            </a:extLst>
          </p:cNvPr>
          <p:cNvCxnSpPr>
            <a:cxnSpLocks/>
          </p:cNvCxnSpPr>
          <p:nvPr/>
        </p:nvCxnSpPr>
        <p:spPr>
          <a:xfrm>
            <a:off x="7458354" y="4882140"/>
            <a:ext cx="18507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97018F-5476-D7F1-F5A2-2ADEE9A145CF}"/>
              </a:ext>
            </a:extLst>
          </p:cNvPr>
          <p:cNvCxnSpPr>
            <a:cxnSpLocks/>
          </p:cNvCxnSpPr>
          <p:nvPr/>
        </p:nvCxnSpPr>
        <p:spPr>
          <a:xfrm>
            <a:off x="7458354" y="4936596"/>
            <a:ext cx="0" cy="1096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19943E7-2CD5-B03B-DB8A-84A29F34DD55}"/>
              </a:ext>
            </a:extLst>
          </p:cNvPr>
          <p:cNvSpPr txBox="1"/>
          <p:nvPr/>
        </p:nvSpPr>
        <p:spPr>
          <a:xfrm>
            <a:off x="8539480" y="4512808"/>
            <a:ext cx="502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CE0E6-4E50-4BCC-D842-233246DC7174}"/>
              </a:ext>
            </a:extLst>
          </p:cNvPr>
          <p:cNvSpPr txBox="1"/>
          <p:nvPr/>
        </p:nvSpPr>
        <p:spPr>
          <a:xfrm>
            <a:off x="6955434" y="5048167"/>
            <a:ext cx="50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08361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80731-E495-2445-04CC-10F81DDF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7821-D2B2-5F52-6C6A-70C23065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From Address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2EEE4-2FCD-C43E-CDC5-5C85A005CB02}"/>
              </a:ext>
            </a:extLst>
          </p:cNvPr>
          <p:cNvSpPr txBox="1"/>
          <p:nvPr/>
        </p:nvSpPr>
        <p:spPr>
          <a:xfrm>
            <a:off x="702226" y="546935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Should be the same address whether from Stanly or iStar/Roman and Sunstone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EE54E8-839C-598D-2FFC-6ADBB9293BB2}"/>
              </a:ext>
            </a:extLst>
          </p:cNvPr>
          <p:cNvCxnSpPr>
            <a:cxnSpLocks/>
          </p:cNvCxnSpPr>
          <p:nvPr/>
        </p:nvCxnSpPr>
        <p:spPr>
          <a:xfrm>
            <a:off x="2653699" y="1367252"/>
            <a:ext cx="3176152" cy="1017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9D90FA3-73EE-4F49-B04F-523BF47B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52" y="546935"/>
            <a:ext cx="2752725" cy="20097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1A9228-6A45-F96F-0112-26B7FD1F7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05" y="2607510"/>
            <a:ext cx="4429125" cy="12001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9CEF92-1973-2DCD-27E1-62FA0C459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884" y="4098919"/>
            <a:ext cx="7134225" cy="25812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83C59E-3DCD-AC3D-AA3E-B902D34E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226" y="4437057"/>
            <a:ext cx="271462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7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5406B-9B19-326E-B849-9B24983F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E206-6D4A-51BC-FFDE-CD00FDF7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 Address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5CA289-F6F6-D7BF-9729-D78FA0AA8628}"/>
              </a:ext>
            </a:extLst>
          </p:cNvPr>
          <p:cNvSpPr txBox="1"/>
          <p:nvPr/>
        </p:nvSpPr>
        <p:spPr>
          <a:xfrm>
            <a:off x="702226" y="546935"/>
            <a:ext cx="442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List the address the package is going 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32AEA-78E1-9247-53AA-0810AF52D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405" y="1102813"/>
            <a:ext cx="4886325" cy="194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164498-8E13-FA80-23FE-97CE1A5C6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34" y="4060825"/>
            <a:ext cx="83629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3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A4A1-6CEB-69D7-E310-91452E89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AC7F-AE59-392C-AE03-5CB44D66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Ship to Post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B9F11-BB8A-5E7F-73AE-AE413F5EAA4E}"/>
              </a:ext>
            </a:extLst>
          </p:cNvPr>
          <p:cNvSpPr txBox="1"/>
          <p:nvPr/>
        </p:nvSpPr>
        <p:spPr>
          <a:xfrm>
            <a:off x="702226" y="546935"/>
            <a:ext cx="442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Postal code number and barcode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9F16C-D44F-0912-E232-E61D5A3E7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75" y="731601"/>
            <a:ext cx="4210050" cy="2333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55FFD9-4D33-1DE2-8C7B-9680D5EDA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01" y="5110915"/>
            <a:ext cx="7962900" cy="1200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FF3ACA-D1D8-8C3A-B8B7-60D3AB70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801" y="5110915"/>
            <a:ext cx="2990850" cy="11239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9D7EA7C-5E3F-BD6F-C1B8-F3D674441D93}"/>
              </a:ext>
            </a:extLst>
          </p:cNvPr>
          <p:cNvSpPr/>
          <p:nvPr/>
        </p:nvSpPr>
        <p:spPr>
          <a:xfrm>
            <a:off x="10896600" y="5710990"/>
            <a:ext cx="825500" cy="1905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C84C7-941F-E64B-311E-84E4EA603C8F}"/>
              </a:ext>
            </a:extLst>
          </p:cNvPr>
          <p:cNvSpPr txBox="1"/>
          <p:nvPr/>
        </p:nvSpPr>
        <p:spPr>
          <a:xfrm>
            <a:off x="7777163" y="4026537"/>
            <a:ext cx="389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Add this under column Justification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FFD459E-7AF8-C303-2127-0539B303CAAA}"/>
              </a:ext>
            </a:extLst>
          </p:cNvPr>
          <p:cNvCxnSpPr>
            <a:cxnSpLocks/>
          </p:cNvCxnSpPr>
          <p:nvPr/>
        </p:nvCxnSpPr>
        <p:spPr>
          <a:xfrm>
            <a:off x="8674100" y="4359937"/>
            <a:ext cx="2367999" cy="131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3DB2744-BEB4-2B2D-74A4-0B7702893E7D}"/>
              </a:ext>
            </a:extLst>
          </p:cNvPr>
          <p:cNvSpPr txBox="1"/>
          <p:nvPr/>
        </p:nvSpPr>
        <p:spPr>
          <a:xfrm>
            <a:off x="3013076" y="4223322"/>
            <a:ext cx="4429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Add this code under Expression Column</a:t>
            </a:r>
          </a:p>
          <a:p>
            <a:r>
              <a:rPr lang="en-US" dirty="0">
                <a:solidFill>
                  <a:srgbClr val="FF0000"/>
                </a:solidFill>
              </a:rPr>
              <a:t>Changes barcode’s size to make it fit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F922E7-7D7C-7CFA-CFD9-098B58E4CC92}"/>
              </a:ext>
            </a:extLst>
          </p:cNvPr>
          <p:cNvCxnSpPr>
            <a:cxnSpLocks/>
          </p:cNvCxnSpPr>
          <p:nvPr/>
        </p:nvCxnSpPr>
        <p:spPr>
          <a:xfrm>
            <a:off x="5409164" y="4813446"/>
            <a:ext cx="801136" cy="6850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7381-27B1-96E6-1618-32F7E96FB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1854DF-85D5-652F-FBA4-875DB87B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701" y="4953752"/>
            <a:ext cx="8391525" cy="14382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B312F2-D9CB-3BA0-2DC6-850580D1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Carrier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5BBF0-0F43-8A80-6F79-C0675230BBAE}"/>
              </a:ext>
            </a:extLst>
          </p:cNvPr>
          <p:cNvSpPr txBox="1"/>
          <p:nvPr/>
        </p:nvSpPr>
        <p:spPr>
          <a:xfrm>
            <a:off x="980039" y="630552"/>
            <a:ext cx="442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Place Carrier information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6E9979-2FF4-C2D0-0351-524A4DFD5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068" y="348319"/>
            <a:ext cx="34290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2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4E28-6B59-A21D-54C2-45DD3E98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A3AA-0AC5-5222-476B-D5FDF1CE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 / Box info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33346-8E48-C220-D9AB-85D4F24F42F9}"/>
              </a:ext>
            </a:extLst>
          </p:cNvPr>
          <p:cNvSpPr txBox="1"/>
          <p:nvPr/>
        </p:nvSpPr>
        <p:spPr>
          <a:xfrm>
            <a:off x="157480" y="168887"/>
            <a:ext cx="4429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 information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May also include Box information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87072-EC77-2199-C889-9B4E6159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737" y="630552"/>
            <a:ext cx="7477125" cy="1743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DDDD46-7B6F-AE4E-025B-2BD45A807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34" y="4675187"/>
            <a:ext cx="83820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1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F0F2E-17F4-9B48-B00F-1BCE9BC29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919B-E0C4-A310-169B-4CB7A1E0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Distribution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1A02A-2B0F-A6CA-8C17-8B9E93A5C587}"/>
              </a:ext>
            </a:extLst>
          </p:cNvPr>
          <p:cNvSpPr txBox="1"/>
          <p:nvPr/>
        </p:nvSpPr>
        <p:spPr>
          <a:xfrm>
            <a:off x="157480" y="168887"/>
            <a:ext cx="442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Barcode and info boxes.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0306F1-A42F-212A-7B23-C8F57587D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680" y="4614807"/>
            <a:ext cx="8353425" cy="1704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49EE48-44AA-B27A-4965-58EE76898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845" y="538218"/>
            <a:ext cx="74580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51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298A-6FB4-B3AB-474A-A633AD4B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26B4-0B61-2789-4B2A-BAF1F2E9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SSCC Box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2B906-7DED-6DFB-13B7-C0ADAD7946C1}"/>
              </a:ext>
            </a:extLst>
          </p:cNvPr>
          <p:cNvSpPr txBox="1"/>
          <p:nvPr/>
        </p:nvSpPr>
        <p:spPr>
          <a:xfrm>
            <a:off x="500380" y="257787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Contains SSCC barcode. Should be at the bottom most of the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22002-6DAA-D1F5-F744-21555F4F2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25" y="115887"/>
            <a:ext cx="7458075" cy="317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F4CEC-5C18-8C3F-F2C2-5B092F560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5406195"/>
            <a:ext cx="8429625" cy="1095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C48972-EC1B-56A0-B620-11566967D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5339520"/>
            <a:ext cx="3581400" cy="1162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41C781-79E9-F574-5A65-1395B9F3D7E9}"/>
              </a:ext>
            </a:extLst>
          </p:cNvPr>
          <p:cNvSpPr txBox="1"/>
          <p:nvPr/>
        </p:nvSpPr>
        <p:spPr>
          <a:xfrm>
            <a:off x="3392434" y="4549899"/>
            <a:ext cx="4429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Need this code keep size of barcode within box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E7FE46-2952-582A-3F64-D7F4A3FC2349}"/>
              </a:ext>
            </a:extLst>
          </p:cNvPr>
          <p:cNvCxnSpPr>
            <a:cxnSpLocks/>
          </p:cNvCxnSpPr>
          <p:nvPr/>
        </p:nvCxnSpPr>
        <p:spPr>
          <a:xfrm>
            <a:off x="4805860" y="5196230"/>
            <a:ext cx="426540" cy="4552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502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51859-19B9-708E-283E-B2CA77D9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4E7FB0B-F4A1-A808-88C4-32AA6E1EC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767" y="2494638"/>
            <a:ext cx="8183363" cy="4363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D003F-8594-C300-944A-C76786BFB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767" y="486863"/>
            <a:ext cx="8572500" cy="1914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70D47F-F3ED-C435-DE8C-FA027460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 Printer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A45E8-615F-4978-279C-BBEE3BE95727}"/>
              </a:ext>
            </a:extLst>
          </p:cNvPr>
          <p:cNvSpPr txBox="1"/>
          <p:nvPr/>
        </p:nvSpPr>
        <p:spPr>
          <a:xfrm>
            <a:off x="165208" y="353205"/>
            <a:ext cx="442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In printer tab, add a new 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4F1EF-7D40-581C-A8A6-AAEE08B100E6}"/>
              </a:ext>
            </a:extLst>
          </p:cNvPr>
          <p:cNvSpPr txBox="1"/>
          <p:nvPr/>
        </p:nvSpPr>
        <p:spPr>
          <a:xfrm>
            <a:off x="63500" y="1057783"/>
            <a:ext cx="3493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Add your username so that the label will appear as a printing option on the screen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EB4C34-9AA5-CE37-DE5F-CBE2C962268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379771" y="722537"/>
            <a:ext cx="1701776" cy="441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0C7BD72-C649-4445-EF35-4FB616A5EDE3}"/>
              </a:ext>
            </a:extLst>
          </p:cNvPr>
          <p:cNvSpPr/>
          <p:nvPr/>
        </p:nvSpPr>
        <p:spPr>
          <a:xfrm>
            <a:off x="4064000" y="999923"/>
            <a:ext cx="279400" cy="280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A1B348-2219-BB90-92D2-32AD8343A10C}"/>
              </a:ext>
            </a:extLst>
          </p:cNvPr>
          <p:cNvSpPr/>
          <p:nvPr/>
        </p:nvSpPr>
        <p:spPr>
          <a:xfrm>
            <a:off x="4045280" y="1993990"/>
            <a:ext cx="1098106" cy="280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ADC708-19A1-11C1-1AAD-BA2D162A38E8}"/>
              </a:ext>
            </a:extLst>
          </p:cNvPr>
          <p:cNvCxnSpPr>
            <a:cxnSpLocks/>
          </p:cNvCxnSpPr>
          <p:nvPr/>
        </p:nvCxnSpPr>
        <p:spPr>
          <a:xfrm>
            <a:off x="3111500" y="1468098"/>
            <a:ext cx="933780" cy="6994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0BA02-9BC1-C51F-B254-0EF08A1D6FF1}"/>
              </a:ext>
            </a:extLst>
          </p:cNvPr>
          <p:cNvSpPr/>
          <p:nvPr/>
        </p:nvSpPr>
        <p:spPr>
          <a:xfrm>
            <a:off x="9309100" y="2027256"/>
            <a:ext cx="1098106" cy="280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C6B646-71EE-6469-8704-325C1E69E89F}"/>
              </a:ext>
            </a:extLst>
          </p:cNvPr>
          <p:cNvSpPr txBox="1"/>
          <p:nvPr/>
        </p:nvSpPr>
        <p:spPr>
          <a:xfrm>
            <a:off x="8690520" y="2535046"/>
            <a:ext cx="442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Add printer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52304D-CBD6-5D72-FAC5-6B0074DA046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9473426" y="2307761"/>
            <a:ext cx="384727" cy="2146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974806-00DB-63F4-329F-9717273A8F9B}"/>
              </a:ext>
            </a:extLst>
          </p:cNvPr>
          <p:cNvCxnSpPr>
            <a:cxnSpLocks/>
          </p:cNvCxnSpPr>
          <p:nvPr/>
        </p:nvCxnSpPr>
        <p:spPr>
          <a:xfrm>
            <a:off x="2266291" y="1772603"/>
            <a:ext cx="7207135" cy="3878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33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8352-C118-F2EE-1825-AF5276CD2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Rule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4A1262-4DF6-ECE9-6F66-4F0633FEA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276" y="640079"/>
            <a:ext cx="13248187" cy="5321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0C9D9E-9633-1623-5F23-A873CD6BB006}"/>
              </a:ext>
            </a:extLst>
          </p:cNvPr>
          <p:cNvSpPr txBox="1"/>
          <p:nvPr/>
        </p:nvSpPr>
        <p:spPr>
          <a:xfrm>
            <a:off x="2447093" y="270747"/>
            <a:ext cx="166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Set up name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FFA4F9-D56B-5971-1A12-F5B70AFB268F}"/>
              </a:ext>
            </a:extLst>
          </p:cNvPr>
          <p:cNvCxnSpPr>
            <a:cxnSpLocks/>
          </p:cNvCxnSpPr>
          <p:nvPr/>
        </p:nvCxnSpPr>
        <p:spPr>
          <a:xfrm>
            <a:off x="4053004" y="557121"/>
            <a:ext cx="2042996" cy="12716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E39E65-58A2-63C1-4E48-7BB40770EDDA}"/>
              </a:ext>
            </a:extLst>
          </p:cNvPr>
          <p:cNvSpPr txBox="1"/>
          <p:nvPr/>
        </p:nvSpPr>
        <p:spPr>
          <a:xfrm>
            <a:off x="1643279" y="4783638"/>
            <a:ext cx="3624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3) Type in the conditions of the rule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EBBDAE-7975-3BF2-B3C6-9B508363EC97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5267861" y="3851031"/>
            <a:ext cx="828139" cy="11172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2D20F-8C68-6AF1-BBA3-AD93872B4219}"/>
              </a:ext>
            </a:extLst>
          </p:cNvPr>
          <p:cNvSpPr/>
          <p:nvPr/>
        </p:nvSpPr>
        <p:spPr>
          <a:xfrm>
            <a:off x="6096000" y="3733800"/>
            <a:ext cx="4368800" cy="25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71F07E-F7B5-CD9B-1477-475951950C3B}"/>
              </a:ext>
            </a:extLst>
          </p:cNvPr>
          <p:cNvSpPr/>
          <p:nvPr/>
        </p:nvSpPr>
        <p:spPr>
          <a:xfrm>
            <a:off x="6096000" y="1828800"/>
            <a:ext cx="2692400" cy="25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2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8352-C118-F2EE-1825-AF5276CD2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 the rule in the label model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B5CD9F-7211-A74E-C3BC-840541FA511E}"/>
              </a:ext>
            </a:extLst>
          </p:cNvPr>
          <p:cNvSpPr txBox="1"/>
          <p:nvPr/>
        </p:nvSpPr>
        <p:spPr>
          <a:xfrm>
            <a:off x="640080" y="5133426"/>
            <a:ext cx="338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Add rule in “Enable when” box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92C01D-E134-8411-4EC4-9EBBAD2C5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158" y="507597"/>
            <a:ext cx="8314452" cy="4422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EE23C0-8977-AB56-124D-55892809E0E5}"/>
              </a:ext>
            </a:extLst>
          </p:cNvPr>
          <p:cNvCxnSpPr>
            <a:cxnSpLocks/>
          </p:cNvCxnSpPr>
          <p:nvPr/>
        </p:nvCxnSpPr>
        <p:spPr>
          <a:xfrm flipV="1">
            <a:off x="4026713" y="4243558"/>
            <a:ext cx="1802587" cy="10801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7F1BCFA-EA76-7B2F-C744-AEECDFAAB898}"/>
              </a:ext>
            </a:extLst>
          </p:cNvPr>
          <p:cNvSpPr txBox="1"/>
          <p:nvPr/>
        </p:nvSpPr>
        <p:spPr>
          <a:xfrm>
            <a:off x="1351280" y="5852546"/>
            <a:ext cx="399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Tick “Hide Instead” when rule is met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687F61-0A42-857A-EA1C-2E87D79D7D0A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5343848" y="4778012"/>
            <a:ext cx="485452" cy="1259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326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A4C6-2052-9E51-0216-B25D859A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>
            <a:extLst>
              <a:ext uri="{FF2B5EF4-FFF2-40B4-BE49-F238E27FC236}">
                <a16:creationId xmlns:a16="http://schemas.microsoft.com/office/drawing/2014/main" id="{5916E574-3B9C-E920-9331-E2A5C80FB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766" y="271371"/>
            <a:ext cx="8639234" cy="4594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771F7E-813F-7D4A-EB5E-417982C1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Extra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95EC3B-D15D-0B4A-3103-862CF07FA1FB}"/>
              </a:ext>
            </a:extLst>
          </p:cNvPr>
          <p:cNvSpPr txBox="1"/>
          <p:nvPr/>
        </p:nvSpPr>
        <p:spPr>
          <a:xfrm>
            <a:off x="683020" y="5312467"/>
            <a:ext cx="109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Change the description to prevent wordiness. This is what shows up when printing the label in another screen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8F720A-8079-B4FB-3E2D-B79DC77E4314}"/>
              </a:ext>
            </a:extLst>
          </p:cNvPr>
          <p:cNvCxnSpPr>
            <a:cxnSpLocks/>
          </p:cNvCxnSpPr>
          <p:nvPr/>
        </p:nvCxnSpPr>
        <p:spPr>
          <a:xfrm flipV="1">
            <a:off x="4026713" y="1892300"/>
            <a:ext cx="773887" cy="3431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6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303</Words>
  <Application>Microsoft Office PowerPoint</Application>
  <PresentationFormat>Widescreen</PresentationFormat>
  <Paragraphs>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Add new label</vt:lpstr>
      <vt:lpstr>Setting up boxes/lines</vt:lpstr>
      <vt:lpstr>Setting up details</vt:lpstr>
      <vt:lpstr>From Address Box</vt:lpstr>
      <vt:lpstr>To Address Box</vt:lpstr>
      <vt:lpstr>Ship to Post Box</vt:lpstr>
      <vt:lpstr>Carrier Box</vt:lpstr>
      <vt:lpstr>PO / Box info Box</vt:lpstr>
      <vt:lpstr>Distribution Box</vt:lpstr>
      <vt:lpstr>SSCC Box</vt:lpstr>
      <vt:lpstr>Add Printer</vt:lpstr>
      <vt:lpstr>Create Rule</vt:lpstr>
      <vt:lpstr>Add the rule in the label model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office10</dc:creator>
  <cp:lastModifiedBy>office 13</cp:lastModifiedBy>
  <cp:revision>3</cp:revision>
  <dcterms:created xsi:type="dcterms:W3CDTF">2025-06-27T13:44:33Z</dcterms:created>
  <dcterms:modified xsi:type="dcterms:W3CDTF">2025-06-30T13:46:03Z</dcterms:modified>
</cp:coreProperties>
</file>